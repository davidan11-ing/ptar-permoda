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562D3-5867-47E3-B59B-621D32F8F70D}" v="13" dt="2026-05-22T15:25:0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a Sofia Osorio Parra" userId="af63ba30-af35-4c92-aa54-7fc9b1eb4e40" providerId="ADAL" clId="{88EB021A-173D-4B70-AB30-17A34B66E3C2}"/>
    <pc:docChg chg="undo custSel modSld">
      <pc:chgData name="Luna Sofia Osorio Parra" userId="af63ba30-af35-4c92-aa54-7fc9b1eb4e40" providerId="ADAL" clId="{88EB021A-173D-4B70-AB30-17A34B66E3C2}" dt="2026-05-22T15:26:07.849" v="475" actId="478"/>
      <pc:docMkLst>
        <pc:docMk/>
      </pc:docMkLst>
      <pc:sldChg chg="modSp mod">
        <pc:chgData name="Luna Sofia Osorio Parra" userId="af63ba30-af35-4c92-aa54-7fc9b1eb4e40" providerId="ADAL" clId="{88EB021A-173D-4B70-AB30-17A34B66E3C2}" dt="2026-05-22T15:02:08.454" v="97" actId="20577"/>
        <pc:sldMkLst>
          <pc:docMk/>
          <pc:sldMk cId="0" sldId="256"/>
        </pc:sldMkLst>
        <pc:spChg chg="mod">
          <ac:chgData name="Luna Sofia Osorio Parra" userId="af63ba30-af35-4c92-aa54-7fc9b1eb4e40" providerId="ADAL" clId="{88EB021A-173D-4B70-AB30-17A34B66E3C2}" dt="2026-05-22T15:02:08.454" v="97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4:56:47.354" v="2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Luna Sofia Osorio Parra" userId="af63ba30-af35-4c92-aa54-7fc9b1eb4e40" providerId="ADAL" clId="{88EB021A-173D-4B70-AB30-17A34B66E3C2}" dt="2026-05-22T15:04:34.827" v="122" actId="20577"/>
        <pc:sldMkLst>
          <pc:docMk/>
          <pc:sldMk cId="0" sldId="257"/>
        </pc:sldMkLst>
        <pc:spChg chg="mod">
          <ac:chgData name="Luna Sofia Osorio Parra" userId="af63ba30-af35-4c92-aa54-7fc9b1eb4e40" providerId="ADAL" clId="{88EB021A-173D-4B70-AB30-17A34B66E3C2}" dt="2026-05-22T15:04:34.827" v="122" actId="20577"/>
          <ac:spMkLst>
            <pc:docMk/>
            <pc:sldMk cId="0" sldId="257"/>
            <ac:spMk id="13" creationId="{00000000-0000-0000-0000-000000000000}"/>
          </ac:spMkLst>
        </pc:spChg>
      </pc:sldChg>
      <pc:sldChg chg="addSp delSp modSp mod">
        <pc:chgData name="Luna Sofia Osorio Parra" userId="af63ba30-af35-4c92-aa54-7fc9b1eb4e40" providerId="ADAL" clId="{88EB021A-173D-4B70-AB30-17A34B66E3C2}" dt="2026-05-22T15:15:19.698" v="277" actId="1076"/>
        <pc:sldMkLst>
          <pc:docMk/>
          <pc:sldMk cId="0" sldId="259"/>
        </pc:sldMkLst>
        <pc:spChg chg="del">
          <ac:chgData name="Luna Sofia Osorio Parra" userId="af63ba30-af35-4c92-aa54-7fc9b1eb4e40" providerId="ADAL" clId="{88EB021A-173D-4B70-AB30-17A34B66E3C2}" dt="2026-05-22T15:07:01.475" v="123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08:51.183" v="181" actId="20577"/>
          <ac:spMkLst>
            <pc:docMk/>
            <pc:sldMk cId="0" sldId="259"/>
            <ac:spMk id="8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09:50.703" v="227" actId="2057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1:18.518" v="241" actId="20577"/>
          <ac:spMkLst>
            <pc:docMk/>
            <pc:sldMk cId="0" sldId="259"/>
            <ac:spMk id="14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08:16.361" v="135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07:18.107" v="130" actId="1076"/>
          <ac:spMkLst>
            <pc:docMk/>
            <pc:sldMk cId="0" sldId="259"/>
            <ac:spMk id="23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3:55.704" v="260" actId="478"/>
          <ac:spMkLst>
            <pc:docMk/>
            <pc:sldMk cId="0" sldId="259"/>
            <ac:spMk id="27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3:11.751" v="259" actId="20577"/>
          <ac:spMkLst>
            <pc:docMk/>
            <pc:sldMk cId="0" sldId="259"/>
            <ac:spMk id="29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4:17.008" v="263" actId="478"/>
          <ac:spMkLst>
            <pc:docMk/>
            <pc:sldMk cId="0" sldId="259"/>
            <ac:spMk id="33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4:35.190" v="268" actId="2057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07:20.624" v="131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4:48.224" v="269" actId="6549"/>
          <ac:spMkLst>
            <pc:docMk/>
            <pc:sldMk cId="0" sldId="259"/>
            <ac:spMk id="41" creationId="{00000000-0000-0000-0000-000000000000}"/>
          </ac:spMkLst>
        </pc:spChg>
        <pc:spChg chg="add mod">
          <ac:chgData name="Luna Sofia Osorio Parra" userId="af63ba30-af35-4c92-aa54-7fc9b1eb4e40" providerId="ADAL" clId="{88EB021A-173D-4B70-AB30-17A34B66E3C2}" dt="2026-05-22T15:07:08.141" v="126" actId="1076"/>
          <ac:spMkLst>
            <pc:docMk/>
            <pc:sldMk cId="0" sldId="259"/>
            <ac:spMk id="46" creationId="{9F6E0583-2EA8-9227-69B0-D6DE0997C5F2}"/>
          </ac:spMkLst>
        </pc:spChg>
        <pc:spChg chg="add del mod">
          <ac:chgData name="Luna Sofia Osorio Parra" userId="af63ba30-af35-4c92-aa54-7fc9b1eb4e40" providerId="ADAL" clId="{88EB021A-173D-4B70-AB30-17A34B66E3C2}" dt="2026-05-22T15:07:14.310" v="128" actId="478"/>
          <ac:spMkLst>
            <pc:docMk/>
            <pc:sldMk cId="0" sldId="259"/>
            <ac:spMk id="47" creationId="{393DB1D8-EB48-A1CC-C8B7-612831D766E2}"/>
          </ac:spMkLst>
        </pc:spChg>
        <pc:spChg chg="add mod">
          <ac:chgData name="Luna Sofia Osorio Parra" userId="af63ba30-af35-4c92-aa54-7fc9b1eb4e40" providerId="ADAL" clId="{88EB021A-173D-4B70-AB30-17A34B66E3C2}" dt="2026-05-22T15:10:22.065" v="231" actId="207"/>
          <ac:spMkLst>
            <pc:docMk/>
            <pc:sldMk cId="0" sldId="259"/>
            <ac:spMk id="48" creationId="{0A329187-7A43-8BEC-1F69-4C7C5CF5BAFA}"/>
          </ac:spMkLst>
        </pc:spChg>
        <pc:spChg chg="add mod">
          <ac:chgData name="Luna Sofia Osorio Parra" userId="af63ba30-af35-4c92-aa54-7fc9b1eb4e40" providerId="ADAL" clId="{88EB021A-173D-4B70-AB30-17A34B66E3C2}" dt="2026-05-22T15:09:05.040" v="182" actId="1076"/>
          <ac:spMkLst>
            <pc:docMk/>
            <pc:sldMk cId="0" sldId="259"/>
            <ac:spMk id="49" creationId="{3068867B-2399-66F3-4CC2-CC42CDE43A61}"/>
          </ac:spMkLst>
        </pc:spChg>
        <pc:spChg chg="add mod">
          <ac:chgData name="Luna Sofia Osorio Parra" userId="af63ba30-af35-4c92-aa54-7fc9b1eb4e40" providerId="ADAL" clId="{88EB021A-173D-4B70-AB30-17A34B66E3C2}" dt="2026-05-22T15:10:21.513" v="230" actId="207"/>
          <ac:spMkLst>
            <pc:docMk/>
            <pc:sldMk cId="0" sldId="259"/>
            <ac:spMk id="50" creationId="{C8A06CD5-07CA-ABD3-ECB7-36137CEA3F8F}"/>
          </ac:spMkLst>
        </pc:spChg>
        <pc:spChg chg="add mod">
          <ac:chgData name="Luna Sofia Osorio Parra" userId="af63ba30-af35-4c92-aa54-7fc9b1eb4e40" providerId="ADAL" clId="{88EB021A-173D-4B70-AB30-17A34B66E3C2}" dt="2026-05-22T15:08:23.692" v="137" actId="1076"/>
          <ac:spMkLst>
            <pc:docMk/>
            <pc:sldMk cId="0" sldId="259"/>
            <ac:spMk id="51" creationId="{0DDFA640-BB7A-A671-67AE-EC73E18CCB3A}"/>
          </ac:spMkLst>
        </pc:spChg>
        <pc:spChg chg="add del mod">
          <ac:chgData name="Luna Sofia Osorio Parra" userId="af63ba30-af35-4c92-aa54-7fc9b1eb4e40" providerId="ADAL" clId="{88EB021A-173D-4B70-AB30-17A34B66E3C2}" dt="2026-05-22T15:15:06.158" v="272" actId="478"/>
          <ac:spMkLst>
            <pc:docMk/>
            <pc:sldMk cId="0" sldId="259"/>
            <ac:spMk id="52" creationId="{48DF16F9-71ED-580A-C9D6-BDC51DE8BCEE}"/>
          </ac:spMkLst>
        </pc:spChg>
        <pc:spChg chg="add del mod">
          <ac:chgData name="Luna Sofia Osorio Parra" userId="af63ba30-af35-4c92-aa54-7fc9b1eb4e40" providerId="ADAL" clId="{88EB021A-173D-4B70-AB30-17A34B66E3C2}" dt="2026-05-22T15:15:06.158" v="272" actId="478"/>
          <ac:spMkLst>
            <pc:docMk/>
            <pc:sldMk cId="0" sldId="259"/>
            <ac:spMk id="53" creationId="{87665D66-7B46-FCF6-DA22-817EE5C64C17}"/>
          </ac:spMkLst>
        </pc:spChg>
        <pc:spChg chg="add mod">
          <ac:chgData name="Luna Sofia Osorio Parra" userId="af63ba30-af35-4c92-aa54-7fc9b1eb4e40" providerId="ADAL" clId="{88EB021A-173D-4B70-AB30-17A34B66E3C2}" dt="2026-05-22T15:11:36.544" v="243" actId="207"/>
          <ac:spMkLst>
            <pc:docMk/>
            <pc:sldMk cId="0" sldId="259"/>
            <ac:spMk id="54" creationId="{C112CB47-5D89-FDBB-1626-CB136379599C}"/>
          </ac:spMkLst>
        </pc:spChg>
        <pc:spChg chg="add mod">
          <ac:chgData name="Luna Sofia Osorio Parra" userId="af63ba30-af35-4c92-aa54-7fc9b1eb4e40" providerId="ADAL" clId="{88EB021A-173D-4B70-AB30-17A34B66E3C2}" dt="2026-05-22T15:15:02.895" v="271" actId="1076"/>
          <ac:spMkLst>
            <pc:docMk/>
            <pc:sldMk cId="0" sldId="259"/>
            <ac:spMk id="55" creationId="{57F89AD8-6700-3986-72D8-4390E91DABBC}"/>
          </ac:spMkLst>
        </pc:spChg>
        <pc:spChg chg="add del mod">
          <ac:chgData name="Luna Sofia Osorio Parra" userId="af63ba30-af35-4c92-aa54-7fc9b1eb4e40" providerId="ADAL" clId="{88EB021A-173D-4B70-AB30-17A34B66E3C2}" dt="2026-05-22T15:15:08.174" v="273" actId="478"/>
          <ac:spMkLst>
            <pc:docMk/>
            <pc:sldMk cId="0" sldId="259"/>
            <ac:spMk id="56" creationId="{5FE49724-AF40-0B4D-5A2E-5364C52B48C2}"/>
          </ac:spMkLst>
        </pc:spChg>
        <pc:spChg chg="add del mod">
          <ac:chgData name="Luna Sofia Osorio Parra" userId="af63ba30-af35-4c92-aa54-7fc9b1eb4e40" providerId="ADAL" clId="{88EB021A-173D-4B70-AB30-17A34B66E3C2}" dt="2026-05-22T15:15:08.174" v="273" actId="478"/>
          <ac:spMkLst>
            <pc:docMk/>
            <pc:sldMk cId="0" sldId="259"/>
            <ac:spMk id="57" creationId="{7780758D-7902-B7C8-4BFD-6D349C709543}"/>
          </ac:spMkLst>
        </pc:spChg>
        <pc:spChg chg="add mod">
          <ac:chgData name="Luna Sofia Osorio Parra" userId="af63ba30-af35-4c92-aa54-7fc9b1eb4e40" providerId="ADAL" clId="{88EB021A-173D-4B70-AB30-17A34B66E3C2}" dt="2026-05-22T15:12:24.098" v="247" actId="1076"/>
          <ac:spMkLst>
            <pc:docMk/>
            <pc:sldMk cId="0" sldId="259"/>
            <ac:spMk id="58" creationId="{A0D40CE9-E36A-F74B-7D31-F5E25E18BB9F}"/>
          </ac:spMkLst>
        </pc:spChg>
        <pc:spChg chg="add mod">
          <ac:chgData name="Luna Sofia Osorio Parra" userId="af63ba30-af35-4c92-aa54-7fc9b1eb4e40" providerId="ADAL" clId="{88EB021A-173D-4B70-AB30-17A34B66E3C2}" dt="2026-05-22T15:12:24.098" v="247" actId="1076"/>
          <ac:spMkLst>
            <pc:docMk/>
            <pc:sldMk cId="0" sldId="259"/>
            <ac:spMk id="59" creationId="{A69E7125-3A30-3557-D06D-3336446E087E}"/>
          </ac:spMkLst>
        </pc:spChg>
        <pc:spChg chg="add mod">
          <ac:chgData name="Luna Sofia Osorio Parra" userId="af63ba30-af35-4c92-aa54-7fc9b1eb4e40" providerId="ADAL" clId="{88EB021A-173D-4B70-AB30-17A34B66E3C2}" dt="2026-05-22T15:14:06.240" v="262" actId="1076"/>
          <ac:spMkLst>
            <pc:docMk/>
            <pc:sldMk cId="0" sldId="259"/>
            <ac:spMk id="60" creationId="{18E3B77F-A859-5662-1414-C2BF0C396200}"/>
          </ac:spMkLst>
        </pc:spChg>
        <pc:spChg chg="add mod">
          <ac:chgData name="Luna Sofia Osorio Parra" userId="af63ba30-af35-4c92-aa54-7fc9b1eb4e40" providerId="ADAL" clId="{88EB021A-173D-4B70-AB30-17A34B66E3C2}" dt="2026-05-22T15:14:06.240" v="262" actId="1076"/>
          <ac:spMkLst>
            <pc:docMk/>
            <pc:sldMk cId="0" sldId="259"/>
            <ac:spMk id="61" creationId="{F0C4390D-BD6C-6A2B-ED65-B2E4DA59AB2D}"/>
          </ac:spMkLst>
        </pc:spChg>
        <pc:spChg chg="add mod">
          <ac:chgData name="Luna Sofia Osorio Parra" userId="af63ba30-af35-4c92-aa54-7fc9b1eb4e40" providerId="ADAL" clId="{88EB021A-173D-4B70-AB30-17A34B66E3C2}" dt="2026-05-22T15:14:24.252" v="265" actId="1076"/>
          <ac:spMkLst>
            <pc:docMk/>
            <pc:sldMk cId="0" sldId="259"/>
            <ac:spMk id="62" creationId="{13506BA4-F12A-8DD6-969E-41386413F70A}"/>
          </ac:spMkLst>
        </pc:spChg>
        <pc:spChg chg="add mod">
          <ac:chgData name="Luna Sofia Osorio Parra" userId="af63ba30-af35-4c92-aa54-7fc9b1eb4e40" providerId="ADAL" clId="{88EB021A-173D-4B70-AB30-17A34B66E3C2}" dt="2026-05-22T15:14:24.252" v="265" actId="1076"/>
          <ac:spMkLst>
            <pc:docMk/>
            <pc:sldMk cId="0" sldId="259"/>
            <ac:spMk id="63" creationId="{6E60C542-6422-20EF-66D9-6BB13D4CCC38}"/>
          </ac:spMkLst>
        </pc:spChg>
        <pc:spChg chg="add mod">
          <ac:chgData name="Luna Sofia Osorio Parra" userId="af63ba30-af35-4c92-aa54-7fc9b1eb4e40" providerId="ADAL" clId="{88EB021A-173D-4B70-AB30-17A34B66E3C2}" dt="2026-05-22T15:15:15.450" v="275" actId="1076"/>
          <ac:spMkLst>
            <pc:docMk/>
            <pc:sldMk cId="0" sldId="259"/>
            <ac:spMk id="64" creationId="{1DD24A80-C1A1-F63D-FDC0-AEBB40DA3C2A}"/>
          </ac:spMkLst>
        </pc:spChg>
        <pc:spChg chg="add mod">
          <ac:chgData name="Luna Sofia Osorio Parra" userId="af63ba30-af35-4c92-aa54-7fc9b1eb4e40" providerId="ADAL" clId="{88EB021A-173D-4B70-AB30-17A34B66E3C2}" dt="2026-05-22T15:15:15.450" v="275" actId="1076"/>
          <ac:spMkLst>
            <pc:docMk/>
            <pc:sldMk cId="0" sldId="259"/>
            <ac:spMk id="65" creationId="{5702B156-2E5A-FF7C-3020-C3D7978B21B2}"/>
          </ac:spMkLst>
        </pc:spChg>
        <pc:spChg chg="add mod">
          <ac:chgData name="Luna Sofia Osorio Parra" userId="af63ba30-af35-4c92-aa54-7fc9b1eb4e40" providerId="ADAL" clId="{88EB021A-173D-4B70-AB30-17A34B66E3C2}" dt="2026-05-22T15:15:19.698" v="277" actId="1076"/>
          <ac:spMkLst>
            <pc:docMk/>
            <pc:sldMk cId="0" sldId="259"/>
            <ac:spMk id="66" creationId="{8C6C7D68-6259-7789-18DA-EAA998446EF7}"/>
          </ac:spMkLst>
        </pc:spChg>
        <pc:spChg chg="add mod">
          <ac:chgData name="Luna Sofia Osorio Parra" userId="af63ba30-af35-4c92-aa54-7fc9b1eb4e40" providerId="ADAL" clId="{88EB021A-173D-4B70-AB30-17A34B66E3C2}" dt="2026-05-22T15:15:19.698" v="277" actId="1076"/>
          <ac:spMkLst>
            <pc:docMk/>
            <pc:sldMk cId="0" sldId="259"/>
            <ac:spMk id="67" creationId="{E0F7BF91-E0DC-D956-65D9-329EC266C293}"/>
          </ac:spMkLst>
        </pc:spChg>
      </pc:sldChg>
      <pc:sldChg chg="delSp modSp mod">
        <pc:chgData name="Luna Sofia Osorio Parra" userId="af63ba30-af35-4c92-aa54-7fc9b1eb4e40" providerId="ADAL" clId="{88EB021A-173D-4B70-AB30-17A34B66E3C2}" dt="2026-05-22T15:16:52.318" v="283" actId="1076"/>
        <pc:sldMkLst>
          <pc:docMk/>
          <pc:sldMk cId="0" sldId="261"/>
        </pc:sldMkLst>
        <pc:spChg chg="del">
          <ac:chgData name="Luna Sofia Osorio Parra" userId="af63ba30-af35-4c92-aa54-7fc9b1eb4e40" providerId="ADAL" clId="{88EB021A-173D-4B70-AB30-17A34B66E3C2}" dt="2026-05-22T15:16:35.646" v="278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37.110" v="279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3.893" v="281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1.591" v="280" actId="478"/>
          <ac:spMkLst>
            <pc:docMk/>
            <pc:sldMk cId="0" sldId="261"/>
            <ac:spMk id="46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16:45.734" v="282" actId="478"/>
          <ac:spMkLst>
            <pc:docMk/>
            <pc:sldMk cId="0" sldId="261"/>
            <ac:spMk id="48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49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51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52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53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16:52.318" v="283" actId="1076"/>
          <ac:spMkLst>
            <pc:docMk/>
            <pc:sldMk cId="0" sldId="261"/>
            <ac:spMk id="54" creationId="{00000000-0000-0000-0000-000000000000}"/>
          </ac:spMkLst>
        </pc:spChg>
      </pc:sldChg>
      <pc:sldChg chg="modSp mod">
        <pc:chgData name="Luna Sofia Osorio Parra" userId="af63ba30-af35-4c92-aa54-7fc9b1eb4e40" providerId="ADAL" clId="{88EB021A-173D-4B70-AB30-17A34B66E3C2}" dt="2026-05-22T15:17:12.653" v="290" actId="20577"/>
        <pc:sldMkLst>
          <pc:docMk/>
          <pc:sldMk cId="0" sldId="262"/>
        </pc:sldMkLst>
        <pc:spChg chg="mod">
          <ac:chgData name="Luna Sofia Osorio Parra" userId="af63ba30-af35-4c92-aa54-7fc9b1eb4e40" providerId="ADAL" clId="{88EB021A-173D-4B70-AB30-17A34B66E3C2}" dt="2026-05-22T15:17:12.653" v="290" actId="20577"/>
          <ac:spMkLst>
            <pc:docMk/>
            <pc:sldMk cId="0" sldId="262"/>
            <ac:spMk id="39" creationId="{00000000-0000-0000-0000-000000000000}"/>
          </ac:spMkLst>
        </pc:spChg>
      </pc:sldChg>
      <pc:sldChg chg="modSp mod">
        <pc:chgData name="Luna Sofia Osorio Parra" userId="af63ba30-af35-4c92-aa54-7fc9b1eb4e40" providerId="ADAL" clId="{88EB021A-173D-4B70-AB30-17A34B66E3C2}" dt="2026-05-22T15:17:58.133" v="306" actId="20577"/>
        <pc:sldMkLst>
          <pc:docMk/>
          <pc:sldMk cId="0" sldId="263"/>
        </pc:sldMkLst>
        <pc:spChg chg="mod">
          <ac:chgData name="Luna Sofia Osorio Parra" userId="af63ba30-af35-4c92-aa54-7fc9b1eb4e40" providerId="ADAL" clId="{88EB021A-173D-4B70-AB30-17A34B66E3C2}" dt="2026-05-22T15:17:58.133" v="306" actId="20577"/>
          <ac:spMkLst>
            <pc:docMk/>
            <pc:sldMk cId="0" sldId="263"/>
            <ac:spMk id="15" creationId="{00000000-0000-0000-0000-000000000000}"/>
          </ac:spMkLst>
        </pc:spChg>
      </pc:sldChg>
      <pc:sldChg chg="addSp delSp modSp mod">
        <pc:chgData name="Luna Sofia Osorio Parra" userId="af63ba30-af35-4c92-aa54-7fc9b1eb4e40" providerId="ADAL" clId="{88EB021A-173D-4B70-AB30-17A34B66E3C2}" dt="2026-05-22T15:26:07.849" v="475" actId="478"/>
        <pc:sldMkLst>
          <pc:docMk/>
          <pc:sldMk cId="0" sldId="265"/>
        </pc:sldMkLst>
        <pc:spChg chg="mod">
          <ac:chgData name="Luna Sofia Osorio Parra" userId="af63ba30-af35-4c92-aa54-7fc9b1eb4e40" providerId="ADAL" clId="{88EB021A-173D-4B70-AB30-17A34B66E3C2}" dt="2026-05-22T15:23:40.842" v="411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1:16.391" v="357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1:44.917" v="362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2:08.106" v="385" actId="2057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5:20.728" v="471" actId="20577"/>
          <ac:spMkLst>
            <pc:docMk/>
            <pc:sldMk cId="0" sldId="265"/>
            <ac:spMk id="32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4:26.040" v="455" actId="20577"/>
          <ac:spMkLst>
            <pc:docMk/>
            <pc:sldMk cId="0" sldId="265"/>
            <ac:spMk id="39" creationId="{00000000-0000-0000-0000-000000000000}"/>
          </ac:spMkLst>
        </pc:spChg>
        <pc:spChg chg="del mod">
          <ac:chgData name="Luna Sofia Osorio Parra" userId="af63ba30-af35-4c92-aa54-7fc9b1eb4e40" providerId="ADAL" clId="{88EB021A-173D-4B70-AB30-17A34B66E3C2}" dt="2026-05-22T15:25:58.730" v="473" actId="478"/>
          <ac:spMkLst>
            <pc:docMk/>
            <pc:sldMk cId="0" sldId="265"/>
            <ac:spMk id="41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3:17.809" v="397" actId="20577"/>
          <ac:spMkLst>
            <pc:docMk/>
            <pc:sldMk cId="0" sldId="265"/>
            <ac:spMk id="43" creationId="{00000000-0000-0000-0000-000000000000}"/>
          </ac:spMkLst>
        </pc:spChg>
        <pc:spChg chg="del">
          <ac:chgData name="Luna Sofia Osorio Parra" userId="af63ba30-af35-4c92-aa54-7fc9b1eb4e40" providerId="ADAL" clId="{88EB021A-173D-4B70-AB30-17A34B66E3C2}" dt="2026-05-22T15:26:07.849" v="475" actId="478"/>
          <ac:spMkLst>
            <pc:docMk/>
            <pc:sldMk cId="0" sldId="265"/>
            <ac:spMk id="44" creationId="{00000000-0000-0000-0000-000000000000}"/>
          </ac:spMkLst>
        </pc:spChg>
        <pc:spChg chg="mod">
          <ac:chgData name="Luna Sofia Osorio Parra" userId="af63ba30-af35-4c92-aa54-7fc9b1eb4e40" providerId="ADAL" clId="{88EB021A-173D-4B70-AB30-17A34B66E3C2}" dt="2026-05-22T15:26:05.728" v="474" actId="1076"/>
          <ac:spMkLst>
            <pc:docMk/>
            <pc:sldMk cId="0" sldId="265"/>
            <ac:spMk id="45" creationId="{00000000-0000-0000-0000-000000000000}"/>
          </ac:spMkLst>
        </pc:spChg>
        <pc:spChg chg="add mod">
          <ac:chgData name="Luna Sofia Osorio Parra" userId="af63ba30-af35-4c92-aa54-7fc9b1eb4e40" providerId="ADAL" clId="{88EB021A-173D-4B70-AB30-17A34B66E3C2}" dt="2026-05-22T15:22:01.154" v="380" actId="20577"/>
          <ac:spMkLst>
            <pc:docMk/>
            <pc:sldMk cId="0" sldId="265"/>
            <ac:spMk id="47" creationId="{3E0EECC9-010B-53B0-2A8F-7D0148BA54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0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3549"/>
          </a:solidFill>
          <a:ln w="12700">
            <a:solidFill>
              <a:srgbClr val="0A35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406640" y="54864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680960" y="3200400"/>
            <a:ext cx="822960" cy="8229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INFORME DE AVANCES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App PTAR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</a:rPr>
              <a:t>Plataforma de Gestión Operativa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</a:rPr>
              <a:t>de la Planta de Tratamiento de Aguas Residuales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41148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PERMODA LTDA  ·  Área de </a:t>
            </a:r>
            <a:r>
              <a:rPr lang="en-US" sz="1100" dirty="0" err="1">
                <a:solidFill>
                  <a:srgbClr val="94A3B8"/>
                </a:solidFill>
              </a:rPr>
              <a:t>Mantenimiento</a:t>
            </a:r>
            <a:r>
              <a:rPr lang="en-US" sz="1100" dirty="0">
                <a:solidFill>
                  <a:srgbClr val="94A3B8"/>
                </a:solidFill>
              </a:rPr>
              <a:t>  ·  Mayo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Equipo: Luna Osorio ·  Santiago  Arevalo  ·  IA Anthropic Claude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¿Por qué nace la App PTAR?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El contexto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02336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Situación Actual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Información dispersa en múltiples archivos Excel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Dashboards de calidad y costos en archivos separados (mensual)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Balances hídricos, químicos y de calidad en hojas distintas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Tiempo elevado para consolidar y compartir resultados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Sin visualización centralizada en tiempo real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Riesgo de errores al copiar datos entre formatos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02336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Con la App PTAR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Una sola plataforma, todos los datos integrados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Registro digital turno a turno desde </a:t>
            </a:r>
            <a:r>
              <a:rPr lang="en-US" sz="1200" dirty="0" err="1">
                <a:solidFill>
                  <a:srgbClr val="1A202C"/>
                </a:solidFill>
              </a:rPr>
              <a:t>cualquier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dispositivo</a:t>
            </a:r>
            <a:r>
              <a:rPr lang="en-US" sz="1200" dirty="0">
                <a:solidFill>
                  <a:srgbClr val="1A202C"/>
                </a:solidFill>
              </a:rPr>
              <a:t>, </a:t>
            </a:r>
            <a:r>
              <a:rPr lang="en-US" sz="1200" dirty="0" err="1">
                <a:solidFill>
                  <a:srgbClr val="1A202C"/>
                </a:solidFill>
              </a:rPr>
              <a:t>más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sencillo</a:t>
            </a:r>
            <a:r>
              <a:rPr lang="en-US" sz="1200" dirty="0">
                <a:solidFill>
                  <a:srgbClr val="1A202C"/>
                </a:solidFill>
              </a:rPr>
              <a:t>, </a:t>
            </a:r>
            <a:r>
              <a:rPr lang="en-US" sz="1200" dirty="0" err="1">
                <a:solidFill>
                  <a:srgbClr val="1A202C"/>
                </a:solidFill>
              </a:rPr>
              <a:t>menos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errores</a:t>
            </a:r>
            <a:r>
              <a:rPr lang="en-US" sz="1200" dirty="0">
                <a:solidFill>
                  <a:srgbClr val="1A202C"/>
                </a:solidFill>
              </a:rPr>
              <a:t> de </a:t>
            </a:r>
            <a:r>
              <a:rPr lang="en-US" sz="1200" dirty="0" err="1">
                <a:solidFill>
                  <a:srgbClr val="1A202C"/>
                </a:solidFill>
              </a:rPr>
              <a:t>digitación</a:t>
            </a:r>
            <a:r>
              <a:rPr lang="en-US" sz="1200" dirty="0">
                <a:solidFill>
                  <a:srgbClr val="1A202C"/>
                </a:solidFill>
              </a:rPr>
              <a:t>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Cálculos automáticos (consumos, deltas, balances)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Gráficos interactivos y KPIs en tiempo real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Informes con análisis descriptivos </a:t>
            </a:r>
            <a:r>
              <a:rPr lang="en-US" sz="1200" dirty="0" err="1">
                <a:solidFill>
                  <a:srgbClr val="1A202C"/>
                </a:solidFill>
              </a:rPr>
              <a:t>generados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automáticamente</a:t>
            </a:r>
            <a:r>
              <a:rPr lang="en-US" sz="1200" dirty="0">
                <a:solidFill>
                  <a:srgbClr val="1A202C"/>
                </a:solidFill>
              </a:rPr>
              <a:t>, </a:t>
            </a:r>
            <a:r>
              <a:rPr lang="en-US" sz="1200" dirty="0" err="1">
                <a:solidFill>
                  <a:srgbClr val="1A202C"/>
                </a:solidFill>
              </a:rPr>
              <a:t>mejoras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en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comentarios</a:t>
            </a:r>
            <a:r>
              <a:rPr lang="en-US" sz="1200" dirty="0">
                <a:solidFill>
                  <a:srgbClr val="1A202C"/>
                </a:solidFill>
              </a:rPr>
              <a:t>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</a:rPr>
              <a:t>Toda la estructura técnica ya existente en PTAR — </a:t>
            </a:r>
            <a:r>
              <a:rPr lang="en-US" sz="1200" dirty="0" err="1">
                <a:solidFill>
                  <a:srgbClr val="1A202C"/>
                </a:solidFill>
              </a:rPr>
              <a:t>ahora</a:t>
            </a:r>
            <a:r>
              <a:rPr lang="en-US" sz="1200" dirty="0">
                <a:solidFill>
                  <a:srgbClr val="1A202C"/>
                </a:solidFill>
              </a:rPr>
              <a:t> </a:t>
            </a:r>
            <a:r>
              <a:rPr lang="en-US" sz="1200" dirty="0" err="1">
                <a:solidFill>
                  <a:srgbClr val="1A202C"/>
                </a:solidFill>
              </a:rPr>
              <a:t>automatizada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15968" y="2468880"/>
            <a:ext cx="51206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15968" y="2468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Estructura de la App — 3 Perfiles × 4 Módulos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Arquitectura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29768" y="102412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2976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Registro de 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463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Perfil Operario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7830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Ingreso de lecturas de contadores, consumo de reactivos y parámetros de calidad de agua por turno, con cálculos automáticos.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43200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310128" y="102412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1012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Visualizador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1463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Perfil Encargado / Analista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17830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Dashboards con KPIs, gráficos de tendencia, comparativos por etapa y turno, eficiencias de remoción. Exporta PDF.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9144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080760" y="914400"/>
            <a:ext cx="27432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190488" y="102412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19048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1005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Informes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0488" y="14630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Perfil Encargado / Jefatura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0488" y="178308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Generación de informes textuales con análisis descriptivo y comparativo, tomando datos directamente de la base de datos.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154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Los 4 módulos operan transversalmente en los 3 perfiles: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20440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2029968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9319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6968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Balance Hídrico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" y="418795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Registro · Visualización · Informe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0" y="3520440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2468880" y="3520440"/>
            <a:ext cx="2029968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54203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035808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Balance de Calidad de Agua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418795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Registro · Visualización · Informe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17720" y="3520440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4617720" y="3520440"/>
            <a:ext cx="20299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69087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84648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Consumo Químico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GEM · PTAP · 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90872" y="418795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Registro · Visualización · Informe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66560" y="3520440"/>
            <a:ext cx="2029968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6766560" y="3520440"/>
            <a:ext cx="2029968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83971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333488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Condiciones de Operación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Presiones · Caudales (RO, MBR)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39712" y="418795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Registro · Visualización · Informe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Estado General de Avances — Mayo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Resumen ejecutivo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Base de Código de app (</a:t>
            </a:r>
            <a:r>
              <a:rPr lang="en-US" sz="1100" dirty="0" err="1">
                <a:solidFill>
                  <a:srgbClr val="1A202C"/>
                </a:solidFill>
              </a:rPr>
              <a:t>Pendiente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  <a:r>
              <a:rPr lang="en-US" sz="1100" dirty="0" err="1">
                <a:solidFill>
                  <a:srgbClr val="1A202C"/>
                </a:solidFill>
              </a:rPr>
              <a:t>desplegar</a:t>
            </a:r>
            <a:r>
              <a:rPr lang="en-US" sz="1100" dirty="0">
                <a:solidFill>
                  <a:srgbClr val="1A202C"/>
                </a:solidFill>
              </a:rPr>
              <a:t>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Autenticación y control de roles </a:t>
            </a:r>
            <a:r>
              <a:rPr lang="en-US" sz="1100" dirty="0" err="1">
                <a:solidFill>
                  <a:srgbClr val="1A202C"/>
                </a:solidFill>
              </a:rPr>
              <a:t>implementados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(</a:t>
            </a:r>
            <a:r>
              <a:rPr lang="en-US" sz="1100" dirty="0" err="1">
                <a:solidFill>
                  <a:srgbClr val="1A202C"/>
                </a:solidFill>
              </a:rPr>
              <a:t>Pendientes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  <a:r>
              <a:rPr lang="en-US" sz="1100" dirty="0" err="1">
                <a:solidFill>
                  <a:srgbClr val="1A202C"/>
                </a:solidFill>
              </a:rPr>
              <a:t>perfiles</a:t>
            </a:r>
            <a:r>
              <a:rPr lang="en-US" sz="1100" dirty="0">
                <a:solidFill>
                  <a:srgbClr val="1A202C"/>
                </a:solidFill>
              </a:rPr>
              <a:t> reales)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0598" y="19110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Base de </a:t>
            </a:r>
            <a:r>
              <a:rPr lang="en-US" sz="1100" dirty="0" err="1">
                <a:solidFill>
                  <a:srgbClr val="1A202C"/>
                </a:solidFill>
              </a:rPr>
              <a:t>datos</a:t>
            </a:r>
            <a:r>
              <a:rPr lang="en-US" sz="1100" dirty="0">
                <a:solidFill>
                  <a:srgbClr val="1A202C"/>
                </a:solidFill>
              </a:rPr>
              <a:t> MySQL configurada y </a:t>
            </a:r>
            <a:r>
              <a:rPr lang="en-US" sz="1100" dirty="0" err="1">
                <a:solidFill>
                  <a:srgbClr val="1A202C"/>
                </a:solidFill>
              </a:rPr>
              <a:t>conectada</a:t>
            </a:r>
            <a:r>
              <a:rPr lang="en-US" sz="1100" dirty="0">
                <a:solidFill>
                  <a:srgbClr val="1A202C"/>
                </a:solidFill>
              </a:rPr>
              <a:t> 3/6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" y="2322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Perfil Registro: 3 formatos estructurados y probados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Perfil Visualizador: Dashboard KPI + Dashboard Calidad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Diagrama SVG interactivo de la planta (splash screen)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91456" y="1042416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791456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Backend Python / FastAPI para generación de informes 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1481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Reunion de </a:t>
            </a:r>
            <a:r>
              <a:rPr lang="en-US" sz="1100" dirty="0" err="1">
                <a:solidFill>
                  <a:srgbClr val="1A202C"/>
                </a:solidFill>
              </a:rPr>
              <a:t>revisión</a:t>
            </a:r>
            <a:r>
              <a:rPr lang="en-US" sz="1100" dirty="0">
                <a:solidFill>
                  <a:srgbClr val="1A202C"/>
                </a:solidFill>
              </a:rPr>
              <a:t> de </a:t>
            </a:r>
            <a:r>
              <a:rPr lang="en-US" sz="1100" dirty="0" err="1">
                <a:solidFill>
                  <a:srgbClr val="1A202C"/>
                </a:solidFill>
              </a:rPr>
              <a:t>avances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  <a:r>
              <a:rPr lang="en-US" sz="1100" dirty="0" err="1">
                <a:solidFill>
                  <a:srgbClr val="1A202C"/>
                </a:solidFill>
              </a:rPr>
              <a:t>en</a:t>
            </a:r>
            <a:r>
              <a:rPr lang="en-US" sz="1100" dirty="0">
                <a:solidFill>
                  <a:srgbClr val="1A202C"/>
                </a:solidFill>
              </a:rPr>
              <a:t> Teams ('Revisión app super pro')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91456" y="192024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91456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1883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Migración de gráficos Excel → Visualizador app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91456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2322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Campo de </a:t>
            </a:r>
            <a:r>
              <a:rPr lang="en-US" sz="1100" dirty="0" err="1">
                <a:solidFill>
                  <a:srgbClr val="1A202C"/>
                </a:solidFill>
              </a:rPr>
              <a:t>observaciones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  <a:r>
              <a:rPr lang="en-US" sz="1100" dirty="0" err="1">
                <a:solidFill>
                  <a:srgbClr val="1A202C"/>
                </a:solidFill>
              </a:rPr>
              <a:t>por</a:t>
            </a:r>
            <a:r>
              <a:rPr lang="en-US" sz="1100" dirty="0">
                <a:solidFill>
                  <a:srgbClr val="1A202C"/>
                </a:solidFill>
              </a:rPr>
              <a:t> turno en registros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91456" y="279806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791456" y="2798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38928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Validación final del perfil de Informes (estructura y coherencia)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91456" y="323697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791456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38928" y="3200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</a:rPr>
              <a:t>Cierre de pendientes del cronograma (</a:t>
            </a:r>
            <a:r>
              <a:rPr lang="en-US" sz="1100" dirty="0" err="1">
                <a:solidFill>
                  <a:srgbClr val="1A202C"/>
                </a:solidFill>
              </a:rPr>
              <a:t>en</a:t>
            </a:r>
            <a:r>
              <a:rPr lang="en-US" sz="1100" dirty="0">
                <a:solidFill>
                  <a:srgbClr val="1A202C"/>
                </a:solidFill>
              </a:rPr>
              <a:t> </a:t>
            </a:r>
            <a:r>
              <a:rPr lang="en-US" sz="1100" dirty="0" err="1">
                <a:solidFill>
                  <a:srgbClr val="1A202C"/>
                </a:solidFill>
              </a:rPr>
              <a:t>curso</a:t>
            </a:r>
            <a:r>
              <a:rPr lang="en-US" sz="1100" dirty="0">
                <a:solidFill>
                  <a:srgbClr val="1A202C"/>
                </a:solidFill>
              </a:rPr>
              <a:t>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45720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66928" y="4553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Completado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0" y="45720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2258568" y="45537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En progreso</a:t>
            </a:r>
            <a:endParaRPr lang="en-US" sz="1000" dirty="0"/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0A329187-7A43-8BEC-1F69-4C7C5CF5BAFA}"/>
              </a:ext>
            </a:extLst>
          </p:cNvPr>
          <p:cNvSpPr/>
          <p:nvPr/>
        </p:nvSpPr>
        <p:spPr>
          <a:xfrm>
            <a:off x="343916" y="106070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3068867B-2399-66F3-4CC2-CC42CDE43A61}"/>
              </a:ext>
            </a:extLst>
          </p:cNvPr>
          <p:cNvSpPr/>
          <p:nvPr/>
        </p:nvSpPr>
        <p:spPr>
          <a:xfrm>
            <a:off x="343916" y="1069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C8A06CD5-07CA-ABD3-ECB7-36137CEA3F8F}"/>
              </a:ext>
            </a:extLst>
          </p:cNvPr>
          <p:cNvSpPr/>
          <p:nvPr/>
        </p:nvSpPr>
        <p:spPr>
          <a:xfrm>
            <a:off x="343916" y="151790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0DDFA640-BB7A-A671-67AE-EC73E18CCB3A}"/>
              </a:ext>
            </a:extLst>
          </p:cNvPr>
          <p:cNvSpPr/>
          <p:nvPr/>
        </p:nvSpPr>
        <p:spPr>
          <a:xfrm>
            <a:off x="343916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C112CB47-5D89-FDBB-1626-CB136379599C}"/>
              </a:ext>
            </a:extLst>
          </p:cNvPr>
          <p:cNvSpPr/>
          <p:nvPr/>
        </p:nvSpPr>
        <p:spPr>
          <a:xfrm>
            <a:off x="343916" y="239572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57F89AD8-6700-3986-72D8-4390E91DABBC}"/>
              </a:ext>
            </a:extLst>
          </p:cNvPr>
          <p:cNvSpPr/>
          <p:nvPr/>
        </p:nvSpPr>
        <p:spPr>
          <a:xfrm>
            <a:off x="343916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58" name="Shape 25">
            <a:extLst>
              <a:ext uri="{FF2B5EF4-FFF2-40B4-BE49-F238E27FC236}">
                <a16:creationId xmlns:a16="http://schemas.microsoft.com/office/drawing/2014/main" id="{A0D40CE9-E36A-F74B-7D31-F5E25E18BB9F}"/>
              </a:ext>
            </a:extLst>
          </p:cNvPr>
          <p:cNvSpPr/>
          <p:nvPr/>
        </p:nvSpPr>
        <p:spPr>
          <a:xfrm>
            <a:off x="356616" y="3273552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A69E7125-3A30-3557-D06D-3336446E087E}"/>
              </a:ext>
            </a:extLst>
          </p:cNvPr>
          <p:cNvSpPr/>
          <p:nvPr/>
        </p:nvSpPr>
        <p:spPr>
          <a:xfrm>
            <a:off x="356616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18E3B77F-A859-5662-1414-C2BF0C396200}"/>
              </a:ext>
            </a:extLst>
          </p:cNvPr>
          <p:cNvSpPr/>
          <p:nvPr/>
        </p:nvSpPr>
        <p:spPr>
          <a:xfrm>
            <a:off x="4791456" y="151790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F0C4390D-BD6C-6A2B-ED65-B2E4DA59AB2D}"/>
              </a:ext>
            </a:extLst>
          </p:cNvPr>
          <p:cNvSpPr/>
          <p:nvPr/>
        </p:nvSpPr>
        <p:spPr>
          <a:xfrm>
            <a:off x="4791456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13506BA4-F12A-8DD6-969E-41386413F70A}"/>
              </a:ext>
            </a:extLst>
          </p:cNvPr>
          <p:cNvSpPr/>
          <p:nvPr/>
        </p:nvSpPr>
        <p:spPr>
          <a:xfrm>
            <a:off x="4791456" y="2395728"/>
            <a:ext cx="237744" cy="23774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6E60C542-6422-20EF-66D9-6BB13D4CCC38}"/>
              </a:ext>
            </a:extLst>
          </p:cNvPr>
          <p:cNvSpPr/>
          <p:nvPr/>
        </p:nvSpPr>
        <p:spPr>
          <a:xfrm>
            <a:off x="4791456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4" name="Shape 34">
            <a:extLst>
              <a:ext uri="{FF2B5EF4-FFF2-40B4-BE49-F238E27FC236}">
                <a16:creationId xmlns:a16="http://schemas.microsoft.com/office/drawing/2014/main" id="{1DD24A80-C1A1-F63D-FDC0-AEBB40DA3C2A}"/>
              </a:ext>
            </a:extLst>
          </p:cNvPr>
          <p:cNvSpPr/>
          <p:nvPr/>
        </p:nvSpPr>
        <p:spPr>
          <a:xfrm>
            <a:off x="343916" y="1975104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5702B156-2E5A-FF7C-3020-C3D7978B21B2}"/>
              </a:ext>
            </a:extLst>
          </p:cNvPr>
          <p:cNvSpPr/>
          <p:nvPr/>
        </p:nvSpPr>
        <p:spPr>
          <a:xfrm>
            <a:off x="343916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8C6C7D68-6259-7789-18DA-EAA998446EF7}"/>
              </a:ext>
            </a:extLst>
          </p:cNvPr>
          <p:cNvSpPr/>
          <p:nvPr/>
        </p:nvSpPr>
        <p:spPr>
          <a:xfrm>
            <a:off x="343916" y="283972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E0F7BF91-E0DC-D956-65D9-329EC266C293}"/>
              </a:ext>
            </a:extLst>
          </p:cNvPr>
          <p:cNvSpPr/>
          <p:nvPr/>
        </p:nvSpPr>
        <p:spPr>
          <a:xfrm>
            <a:off x="343916" y="2839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⋯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Perfil 1 — Registro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Operario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2C"/>
                </a:solidFill>
              </a:rPr>
              <a:t>El operario ingresa los datos de su turno a través de 3 formatos. La app calcula automáticamente consumos, deltas y muestra pequeños resúmenes del turno.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29768" y="1618488"/>
            <a:ext cx="6400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F-01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Registro de Contadores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" y="20299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29768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Lecturas acumuladas de agua (m³) por contador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57860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2976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Delta calculado automáticamente entre turnos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31272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29768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Validación de decrementos (alertas automáticas)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" y="36758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29768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6576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Base para el balance hídrico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0" y="150876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310128" y="1618488"/>
            <a:ext cx="6400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310128" y="1618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F-02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Consumo Químico PTAR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0128" y="202996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310128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2011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Nivel inicial y final de cada producto por turno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0128" y="257860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31012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25603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Kg consumidos calculados automáticamente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312724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310128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1089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Horas de operación del sistema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10128" y="367588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310128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36576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Caudal tratado en GEM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10128" y="422452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3310128" y="4233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420624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Campo de observaciones por turno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076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080760" y="1508760"/>
            <a:ext cx="27432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6190488" y="1618488"/>
            <a:ext cx="6400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190488" y="1618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F-03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0372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Calidad de Agua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90488" y="202996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6190488" y="2039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37960" y="20116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Parámetros fisicoquímicos (pH, TDS, DQO, SST…)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0488" y="257860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19048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37960" y="25603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Por unidad de tratamiento y por turno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90488" y="312724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190488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37960" y="310896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Validación automática por rangos normativos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90488" y="367588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190488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37960" y="36576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Campo de observaciones por turno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★  Cada registro incluirá campo de observaciones y mini-cálculo resumen para el operario (en implementación)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Perfil 2 — Visualizador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Encargado / Analista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2C"/>
                </a:solidFill>
              </a:rPr>
              <a:t>Panel gráfico interactivo construido sobre los datos registrados. Diseñado para que el encargado monitoree el desempeño de la planta sin manipular archivos.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" y="1425171"/>
            <a:ext cx="850392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228600" y="1425171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411480" y="1425171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En proceso:  Migración de gráficos dinámicos de Excel al visualizador de la app — los gráficos ya existen en Excel, el trabajo consiste en replicarlos en la plataforma web.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2065251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228600" y="2065251"/>
            <a:ext cx="8503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411480" y="2074395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</a:rPr>
              <a:t>💡  La pantalla de inicio ya cuenta con un diagrama SVG interactivo de todo el tren de tratamiento de la PTAR (GEM → MBBR → MBR → RO → Vertimiento).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Perfil 3 — Informes y Análisis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Encargado / Jefatura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2C"/>
                </a:solidFill>
              </a:rPr>
              <a:t>El sistema genera informes textuales con análisis descriptivo y comparativo consultando directamente la base de datos. No requiere exportar ni copiar datos manualmente.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397764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¿Qué genera el informe?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38912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202082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Estadísticas descriptivas por parámetro y período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44144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38912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241401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Análisis comparativo entre meses / turnos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834640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8912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2807208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Eficiencias de remoción por etapa del proceso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3227832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38912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3200400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Balance de consumo químico (kg, $/m³, tendencia)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3621024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38912" y="3630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359359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Balance hídrico con fuentes de abastecimiento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4014216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38912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3986784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Eventos operativos relevantes del período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" y="4407408"/>
            <a:ext cx="256032" cy="2560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38912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" y="4379976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Exportación en PDF con formato corporativo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508760"/>
            <a:ext cx="4251960" cy="32918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572000" y="1508760"/>
            <a:ext cx="4251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754880" y="16184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Estado actual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1728" y="205740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681728" y="20574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Backend Python/FastAPI desarrollado y funcional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81728" y="2450592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681728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Conexión con MySQL (lectura de datos) operativa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284378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681728" y="2843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83480" y="2816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Plantilla base de informe de calidad construida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81728" y="323697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681728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○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83480" y="32095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Pruebas de coherencia y validación de datos en curso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81728" y="363016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681728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83480" y="3602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Validar que los datos consultados sean los correctos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81728" y="402336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681728" y="4023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○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83480" y="3995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Ajuste de la estructura narrativa del informe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81728" y="441655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681728" y="4416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○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834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Pruebas finales y habilitación en la app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Los 4 Módulos — Qué monitorea cada uno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Cobertura operativa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06240" cy="45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2976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0698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Balance Hídrico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3986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Seguimiento de fuentes de abastecimiento (Acueducto, Carrotanques, RO, PTAP). Indicadores de consumo por área (Tintorería: L/kg tela; Lavandería: L/u.e.). Comparativo vs. proyección Plan Maestro.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6460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06984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Balance de Calidad de Agua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554480"/>
            <a:ext cx="3986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Parámetros fisicoquímicos en cada etapa del tren: pH, DQO, SST, Conductividad, Color, Temperatura. Remociones del sistema GEM y del proceso biológico MBR. Cumplimiento normativo (Res. 0631/2015) (Res 3957/2007).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2976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⚗️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317296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Consumo Químico — GEM, PTAP y 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" y="3657600"/>
            <a:ext cx="3986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Dosificación de coagulante, decolorante, acidificante, polímeros, antincrustante, hipoclorito. Kg/m³ tratado, costo $/m³, comparativo vs. proyección. Detección de tendencias y desviaciones.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20624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6460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17296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Condiciones de Operación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3657600"/>
            <a:ext cx="3986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</a:rPr>
              <a:t>Presiones y caudales en las unidades RO y MBR. Horas de operación, disponibilidad de equipos, eficiencia de tratamiento. Eventos operativos (fallas, CIP, paradas programadas).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Próximos Pasos y Cronograma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</a:rPr>
              <a:t>Hoja de ruta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77240" y="2615184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85800" y="2523744"/>
            <a:ext cx="530352" cy="530352"/>
          </a:xfrm>
          <a:prstGeom prst="ellipse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</a:rPr>
              <a:t>HOY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1719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1005840"/>
            <a:ext cx="1719072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84048" y="1097280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Finalizar programación de pendientes del cronograma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(registros, campo de observaciones, mini-resumen por turno)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07208" y="26151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578608" y="30632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CORTO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PLAZO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04288" y="1005840"/>
            <a:ext cx="1719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304288" y="1005840"/>
            <a:ext cx="171907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2414016" y="1097280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Migrar gráficos dinámicos de Excel al Perfil Visualizador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(Balance hídrico, calidad, consumo químico, condiciones operación)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37176" y="261518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608576" y="30632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</a:rPr>
              <a:t>MEDIANO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</a:rPr>
              <a:t>PLAZO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34256" y="1005840"/>
            <a:ext cx="1719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334256" y="1005840"/>
            <a:ext cx="1719072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443984" y="1097280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Validar y lanzar Perfil de Informes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(coherencia de datos, pruebas de usuario, habilitación en producción)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67144" y="261518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638544" y="30632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</a:rPr>
              <a:t>CIERRE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64224" y="1005840"/>
            <a:ext cx="17190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64224" y="1005840"/>
            <a:ext cx="1719072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73952" y="1097280"/>
            <a:ext cx="14996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Puesta en marcha completa de los 3 perfiles × 4 módulos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</a:rPr>
              <a:t>Capacitación operarios y encargados · Retiro progresivo de Excel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703320"/>
            <a:ext cx="850392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320040" y="3703320"/>
            <a:ext cx="54864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02920" y="3703320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4ED8"/>
                </a:solidFill>
              </a:rPr>
              <a:t>📅  Reuniones de seguimiento registradas en el calendario de Teams como  "Revisión app super pro"  — sesiones periódicas de revisión y ajuste del avance del proyecto.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2395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</a:rPr>
              <a:t>◀ HOY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5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E2F"/>
          </a:solidFill>
          <a:ln w="12700">
            <a:solidFill>
              <a:srgbClr val="021E2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Equipo y Enfoque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6400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  Todo el conocimiento técnico, los cálculos y la estructura de balances ya existían en la PTAR.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 app no crea nueva metodología: la digitaliza, centraliza y presenta de forma más eficiente.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2743200" cy="2926080"/>
          </a:xfrm>
          <a:prstGeom prst="rect">
            <a:avLst/>
          </a:prstGeom>
          <a:solidFill>
            <a:srgbClr val="0A354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48056" y="18288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C39A"/>
                </a:solidFill>
              </a:rPr>
              <a:t>PTAR — Área Técnica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21579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Moon / Equipo Operativo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" y="2606040"/>
            <a:ext cx="2487168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66344" y="272491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67512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Conocimiento profundo del proceso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" y="316382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67512" y="31363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Definición de todos los cálculos y balances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" y="360273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67512" y="3575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</a:rPr>
              <a:t>Analisis</a:t>
            </a:r>
            <a:r>
              <a:rPr lang="en-US" sz="1000" dirty="0">
                <a:solidFill>
                  <a:srgbClr val="CBD5E1"/>
                </a:solidFill>
              </a:rPr>
              <a:t> </a:t>
            </a:r>
            <a:r>
              <a:rPr lang="en-US" sz="1000" dirty="0" err="1">
                <a:solidFill>
                  <a:srgbClr val="CBD5E1"/>
                </a:solidFill>
              </a:rPr>
              <a:t>técnico</a:t>
            </a:r>
            <a:r>
              <a:rPr lang="en-US" sz="1000" dirty="0">
                <a:solidFill>
                  <a:srgbClr val="CBD5E1"/>
                </a:solidFill>
              </a:rPr>
              <a:t> y </a:t>
            </a:r>
            <a:r>
              <a:rPr lang="en-US" sz="1000" dirty="0" err="1">
                <a:solidFill>
                  <a:srgbClr val="CBD5E1"/>
                </a:solidFill>
              </a:rPr>
              <a:t>logico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" y="404164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67512" y="40142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719072"/>
            <a:ext cx="2743200" cy="2926080"/>
          </a:xfrm>
          <a:prstGeom prst="rect">
            <a:avLst/>
          </a:prstGeom>
          <a:solidFill>
            <a:srgbClr val="0A354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200400" y="1719072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328416" y="18288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8BDF8"/>
                </a:solidFill>
              </a:rPr>
              <a:t>Desarrollo de Software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28416" y="21579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Santiago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28416" y="2606040"/>
            <a:ext cx="2487168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346704" y="2724912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547872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Programación en React + TypeScript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46704" y="3163824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547872" y="31363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Backend Python / FastAPI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46704" y="3602736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547872" y="3575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</a:rPr>
              <a:t>Integración</a:t>
            </a:r>
            <a:r>
              <a:rPr lang="en-US" sz="1000" dirty="0">
                <a:solidFill>
                  <a:srgbClr val="CBD5E1"/>
                </a:solidFill>
              </a:rPr>
              <a:t> MySQL (base de datos)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46704" y="404164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575304" y="4060813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BD5E1"/>
                </a:solidFill>
              </a:rPr>
              <a:t>Generación y </a:t>
            </a:r>
            <a:r>
              <a:rPr lang="en-US" sz="1000" dirty="0" err="1">
                <a:solidFill>
                  <a:srgbClr val="CBD5E1"/>
                </a:solidFill>
              </a:rPr>
              <a:t>revisión</a:t>
            </a:r>
            <a:r>
              <a:rPr lang="en-US" sz="1000" dirty="0">
                <a:solidFill>
                  <a:srgbClr val="CBD5E1"/>
                </a:solidFill>
              </a:rPr>
              <a:t> de Código, Deploy (</a:t>
            </a:r>
            <a:r>
              <a:rPr lang="en-US" sz="1000" dirty="0" err="1">
                <a:solidFill>
                  <a:srgbClr val="CBD5E1"/>
                </a:solidFill>
              </a:rPr>
              <a:t>producción</a:t>
            </a:r>
            <a:r>
              <a:rPr lang="en-US" sz="1000" dirty="0">
                <a:solidFill>
                  <a:srgbClr val="CBD5E1"/>
                </a:solidFill>
              </a:rPr>
              <a:t>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1719072"/>
            <a:ext cx="2743200" cy="2926080"/>
          </a:xfrm>
          <a:prstGeom prst="rect">
            <a:avLst/>
          </a:prstGeom>
          <a:solidFill>
            <a:srgbClr val="0A354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080760" y="1719072"/>
            <a:ext cx="27432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208776" y="18288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78BFA"/>
                </a:solidFill>
              </a:rPr>
              <a:t>Asistencia IA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08776" y="21579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 (Anthropic)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08776" y="2606040"/>
            <a:ext cx="2487168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227064" y="2724912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428232" y="26974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</a:rPr>
              <a:t>Reestructuración</a:t>
            </a:r>
            <a:r>
              <a:rPr lang="en-US" sz="1000" dirty="0">
                <a:solidFill>
                  <a:srgbClr val="CBD5E1"/>
                </a:solidFill>
              </a:rPr>
              <a:t> de </a:t>
            </a:r>
            <a:r>
              <a:rPr lang="en-US" sz="1000" dirty="0" err="1">
                <a:solidFill>
                  <a:srgbClr val="CBD5E1"/>
                </a:solidFill>
              </a:rPr>
              <a:t>datos</a:t>
            </a:r>
            <a:r>
              <a:rPr lang="en-US" sz="1000" dirty="0">
                <a:solidFill>
                  <a:srgbClr val="CBD5E1"/>
                </a:solidFill>
              </a:rPr>
              <a:t> para </a:t>
            </a:r>
            <a:r>
              <a:rPr lang="en-US" sz="1000" dirty="0" err="1">
                <a:solidFill>
                  <a:srgbClr val="CBD5E1"/>
                </a:solidFill>
              </a:rPr>
              <a:t>migración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27064" y="3163824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227064" y="3602736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428232" y="35753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</a:rPr>
              <a:t>Estructura</a:t>
            </a:r>
            <a:r>
              <a:rPr lang="en-US" sz="1000" dirty="0">
                <a:solidFill>
                  <a:srgbClr val="CBD5E1"/>
                </a:solidFill>
              </a:rPr>
              <a:t> de informes y reportes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28232" y="3099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Apoyo en toma de decisiones técnicas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App PTAR  ·  PERMODA LTDA  ·  Mayo 2026  ·  Revisión app super pro</a:t>
            </a:r>
            <a:endParaRPr lang="en-US" sz="9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3E0EECC9-010B-53B0-2A8F-7D0148BA54F7}"/>
              </a:ext>
            </a:extLst>
          </p:cNvPr>
          <p:cNvSpPr/>
          <p:nvPr/>
        </p:nvSpPr>
        <p:spPr>
          <a:xfrm>
            <a:off x="694944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BD5E1"/>
                </a:solidFill>
              </a:rPr>
              <a:t>Creación</a:t>
            </a:r>
            <a:r>
              <a:rPr lang="en-US" sz="1000" dirty="0">
                <a:solidFill>
                  <a:srgbClr val="CBD5E1"/>
                </a:solidFill>
              </a:rPr>
              <a:t> MySQL (base de datos)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1311</Words>
  <Application>Microsoft Office PowerPoint</Application>
  <PresentationFormat>Presentación en pantalla (16:9)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PTAR — Resumen de Avances</dc:title>
  <dc:subject>PptxGenJS Presentation</dc:subject>
  <dc:creator>PptxGenJS</dc:creator>
  <cp:lastModifiedBy>Luna Sofia Osorio Parra</cp:lastModifiedBy>
  <cp:revision>1</cp:revision>
  <dcterms:created xsi:type="dcterms:W3CDTF">2026-05-22T14:42:55Z</dcterms:created>
  <dcterms:modified xsi:type="dcterms:W3CDTF">2026-05-22T15:26:16Z</dcterms:modified>
</cp:coreProperties>
</file>