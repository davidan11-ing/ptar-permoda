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457200"/>
            <a:ext cx="1828800" cy="18288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3566160"/>
            <a:ext cx="822960" cy="8229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PROPUESTA DE VALOR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App PTAR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</a:rPr>
              <a:t>Del Excel disperso a una plataforma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</a:rPr>
              <a:t>unificada de gestión operativa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11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PERMODA LTDA  ·  Área de Sostenibilidad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9867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Planta de Tratamiento de Aguas Residuales — PTAR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Así se veía la gestión antes de la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El equipo gestionaba 4 balances simultáneos — Hídrico, Calidad, Consumo Químico y Condiciones de Operación — de forma manual en Excel. Un balance por día, cada día: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Actualización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diaria de balances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~2 hrs/día × 22 días hábiles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(un balance distinto cada día)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24688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237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~44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65760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hrs / 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1325880"/>
            <a:ext cx="27432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3258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417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Balance mensual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consolidado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82696" y="19933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6–8 hrs × 4 balances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cada cierre de 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0128" y="2450592"/>
            <a:ext cx="246888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5237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~28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3264408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hrs / 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1325880"/>
            <a:ext cx="27432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3258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417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Revisión de errores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(semanal)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19933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~4 hrs cada semana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sin alertas automáticas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08776" y="2450592"/>
            <a:ext cx="24688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5237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~16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6163056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hrs / 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160520"/>
            <a:ext cx="9144000" cy="9784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60520"/>
            <a:ext cx="4114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~88 horas al mes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480560" y="4160520"/>
            <a:ext cx="4389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FAF6"/>
                </a:solidFill>
              </a:rPr>
              <a:t>dedicadas a gestión manual de datos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F6"/>
                </a:solidFill>
              </a:rPr>
              <a:t>(44 diario + 28 mensual + 16 revisión errores)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69680" y="4160520"/>
            <a:ext cx="2286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F6"/>
                </a:solidFill>
              </a:rPr>
              <a:t>*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 la app: resultados automáticos, tiempo recuperado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5303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950976"/>
            <a:ext cx="164592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9509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78224" y="950976"/>
            <a:ext cx="14173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9509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 la 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335024"/>
            <a:ext cx="20848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1335024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1648" y="1335024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350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Balance diario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32304" y="133502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123C"/>
                </a:solidFill>
              </a:rPr>
              <a:t>~2 hrs/día (un balance rotando)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33088" y="133502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Automático al registrar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810512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0864" y="1810512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41648" y="1810512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1051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Balance mensual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32304" y="181051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123C"/>
                </a:solidFill>
              </a:rPr>
              <a:t>~28 hrs (6–8 hrs × 4 balances)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3088" y="181051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~1 hora total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286000"/>
            <a:ext cx="20848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0864" y="2286000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1648" y="2286000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8600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Revisión de errores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32304" y="228600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123C"/>
                </a:solidFill>
              </a:rPr>
              <a:t>~4 hrs cada semana (manual)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33088" y="228600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Alerta automática al registrar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761488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40864" y="2761488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2761488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7614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Registro de turno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32304" y="27614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123C"/>
                </a:solidFill>
              </a:rPr>
              <a:t>Papel + digitalización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33088" y="27614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App + cálculo al instante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236976"/>
            <a:ext cx="20848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40864" y="3236976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41648" y="3236976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2369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Compartir informes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32304" y="323697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123C"/>
                </a:solidFill>
              </a:rPr>
              <a:t>Archivo adjunto manual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33088" y="323697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PDF automático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712464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40864" y="3712464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41648" y="3712464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7124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Ver históricos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432304" y="371246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123C"/>
                </a:solidFill>
              </a:rPr>
              <a:t>Abrir archivos mes a mes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33088" y="3712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Filtro en segundos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868680"/>
            <a:ext cx="310896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806440" y="896112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~88</a:t>
            </a:r>
            <a:endParaRPr lang="en-US" sz="7200" dirty="0"/>
          </a:p>
        </p:txBody>
      </p:sp>
      <p:sp>
        <p:nvSpPr>
          <p:cNvPr id="49" name="Text 47"/>
          <p:cNvSpPr/>
          <p:nvPr/>
        </p:nvSpPr>
        <p:spPr>
          <a:xfrm>
            <a:off x="5806440" y="2011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horas / mes recuperadas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064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 los 4 balances activos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06440" y="2834640"/>
            <a:ext cx="3108960" cy="2148840"/>
          </a:xfrm>
          <a:prstGeom prst="rect">
            <a:avLst/>
          </a:prstGeom>
          <a:solidFill>
            <a:srgbClr val="0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06440" y="2834640"/>
            <a:ext cx="3108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16168" y="288950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Del dato al criterio — sin demora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70448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17920" y="332841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Ver el proceso al instante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sin consolidar archivos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0664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54112" y="332841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Identificar desvíos y actuar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 el mismo turno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70448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17920" y="410565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Lógica del proceso más clara: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gráficas + tendencias disponibles siempre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406640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54112" y="410565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El técnico interpreta;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la app ya hizo los cálculos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2026-07-30T18:36:42Z</dcterms:created>
  <dcterms:modified xsi:type="dcterms:W3CDTF">2026-07-30T18:36:42Z</dcterms:modified>
</cp:coreProperties>
</file>