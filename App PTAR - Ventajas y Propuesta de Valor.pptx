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65760"/>
            <a:ext cx="2011680" cy="201168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914400" cy="914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2377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PROPUESTA DE VALOR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App PTAR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</a:rPr>
              <a:t>Del Excel disperso a una plataforma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</a:rPr>
              <a:t>unificada de gestión operativa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8404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PERMODA LTDA  ·  Área de Sostenibilidad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041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Planta de Tratamiento de Aguas Residuales — PTAR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¿Cómo gestionábamos la información antes?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El punto de partida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0424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Información fragmentada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5544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Balances hídrico, de calidad y de costos en archivos Excel separados. Cada mes había que cruzar manualmente múltiples hojas y versiones.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9144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13048" y="10424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6 a 8 horas por balance mensual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82696" y="15544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Consolidar, verificar y preparar un solo balance mensual tomaba entre 6 y 8 horas de trabajo manual, sin contar revisiones y correcciones.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1616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9144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11696" y="10424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Errores difíciles de detectar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81344" y="15544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Sin validaciones automáticas ni alertas. Detectar un dato erróneo requería revisar fila por fila y cruzar archivos manualmente.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718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3099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Compartir informes era complejo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" y="36118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Los archivos se enviaban por correo o WhatsApp generando versiones duplicadas, sin trazabilidad y con riesgo de trabajar sobre datos desactualizados.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72968" y="29718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9718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13048" y="3099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Registro de turno manual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82696" y="36118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Los operarios llenaban formatos en papel o en Excel sin validación. Los datos debían digitalizarse después, duplicando el trabajo.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71616" y="29718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29718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11696" y="3099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Sin visión en tiempo real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81344" y="36118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No existía un panel de control centralizado. Conocer el estado de la planta requería abrir y consolidar múltiples archivos.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El impacto en números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Ahorro de tiempo estimado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3474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2C39A"/>
                </a:solidFill>
              </a:rPr>
              <a:t>~80%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Reducción en tiempo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 elaboración de balances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201168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15468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 6–8 hrs a ~1 hr por balance mensual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(4 balances = hasta 28 hrs recuperadas/mes)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1005840"/>
            <a:ext cx="2743200" cy="3474720"/>
          </a:xfrm>
          <a:prstGeom prst="rect">
            <a:avLst/>
          </a:prstGeom>
          <a:solidFill>
            <a:srgbClr val="0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00584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8BDF8"/>
                </a:solidFill>
              </a:rPr>
              <a:t>×4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3401568" y="2423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Balances gestionados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 forma simultánea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30168" y="3063240"/>
            <a:ext cx="20116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315468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Hídrico · Calidad · Consumo Químico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Condiciones de Operación — todos en un lugar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1005840"/>
            <a:ext cx="2743200" cy="3474720"/>
          </a:xfrm>
          <a:prstGeom prst="rect">
            <a:avLst/>
          </a:prstGeom>
          <a:solidFill>
            <a:srgbClr val="0A25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0058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59E0B"/>
                </a:solidFill>
              </a:rPr>
              <a:t>0</a:t>
            </a:r>
            <a:endParaRPr lang="en-US" sz="6200" dirty="0"/>
          </a:p>
        </p:txBody>
      </p:sp>
      <p:sp>
        <p:nvSpPr>
          <p:cNvPr id="22" name="Text 20"/>
          <p:cNvSpPr/>
          <p:nvPr/>
        </p:nvSpPr>
        <p:spPr>
          <a:xfrm>
            <a:off x="6300216" y="2423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Archivos adjuntos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 compartir resultados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28816" y="3063240"/>
            <a:ext cx="20116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315468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Acceso en tiempo real desde cualquier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dispositivo, sin enviar ni descargar archivos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* Estimados basados en tiempos reales del equipo PTAR — Enero a Marzo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Antes vs Ahora — comparativo por proceso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Transformación operativa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21945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822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Proceso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822960"/>
            <a:ext cx="28803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8229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❌  Antes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822960"/>
            <a:ext cx="3291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 Ahora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1234440"/>
            <a:ext cx="2194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8608" y="1234440"/>
            <a:ext cx="28803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234440"/>
            <a:ext cx="32918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23444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Elaborar un balance mensual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70048" y="123444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6–8 horas. Abrir múltiples Excel, cruzar datos, corregir fórmulas.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123444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</a:rPr>
              <a:t>~1 hora. Datos ya registrados en BD; la app genera el balance automáticamente.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85623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8608" y="1856232"/>
            <a:ext cx="2880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8562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85623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Registrar datos de un turno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70048" y="1856232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Papel o Excel sin validación. Datos digitalizados después (doble trabajo).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85623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</a:rPr>
              <a:t>Formulario digital en la app con validaciones, cálculos y resumen automático al instante.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478024"/>
            <a:ext cx="2194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8608" y="2478024"/>
            <a:ext cx="28803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2478024"/>
            <a:ext cx="32918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47802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Detectar errores o anomalías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70048" y="2478024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Revisión manual fila por fila. Sin alertas. Errores detectados días después.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2478024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</a:rPr>
              <a:t>Validaciones automáticas por rango. Alerta inmediata al momento del registro.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099816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8608" y="3099816"/>
            <a:ext cx="2880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3099816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099816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Compartir un informe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70048" y="3099816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Exportar Excel, adjuntar en correo/WhatsApp. Riesgo de versiones duplicadas.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309981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</a:rPr>
              <a:t>Enlace único y PDF generado desde la app. Siempre la versión más reciente.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721608"/>
            <a:ext cx="21945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78608" y="3721608"/>
            <a:ext cx="28803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3721608"/>
            <a:ext cx="32918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72160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Acceder a históricos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70048" y="372160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Buscar en carpetas, abrir archivos del mes anterior, copiar datos.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3721608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</a:rPr>
              <a:t>Filtro de fecha en el dashboard. Datos históricos disponibles al instante.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434340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78608" y="4343400"/>
            <a:ext cx="2880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77840" y="4343400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34340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Analizar tendencias del proceso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670048" y="434340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Construir gráficas manualmente en Excel cada vez que se necesitaban.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0" y="434340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</a:rPr>
              <a:t>Gráficos interactivos siempre disponibles: turno, día, semana, mes.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 que la app calcula y genera automáticamente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Sin intervención 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02C"/>
                </a:solidFill>
              </a:rPr>
              <a:t>Todo esto que antes requería trabajo manual ahora lo hace la plataforma: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2029968" cy="1627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71600"/>
            <a:ext cx="20299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14813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Delta de contadores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(consumo por turno y por fuente)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" y="21214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" y="2121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Automático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32304" y="1371600"/>
            <a:ext cx="2029968" cy="1627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32304" y="1371600"/>
            <a:ext cx="20299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5456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072384" y="14813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Costo $/m³ por turno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(GEM, RO y PTAP)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05456" y="21214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5456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61488" y="2121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Automático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08576" y="1371600"/>
            <a:ext cx="2029968" cy="1627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371600"/>
            <a:ext cx="20299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⚗️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48656" y="14813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Kg de químico consumidos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por turno y por reactivo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1214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2121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Automático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84848" y="1371600"/>
            <a:ext cx="2029968" cy="1627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84848" y="1371600"/>
            <a:ext cx="20299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24928" y="148132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Balance hídrico con fuentes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(acueducto, RO, PTAP, carrotanques)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21214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14032" y="2121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Automático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3154680"/>
            <a:ext cx="2029968" cy="1627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154680"/>
            <a:ext cx="20299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96112" y="326440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Eficiencia de remoción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por etapa del tren de tratamiento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" y="390448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5216" y="390448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Automático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32304" y="3154680"/>
            <a:ext cx="2029968" cy="1627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32304" y="3154680"/>
            <a:ext cx="20299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05456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3072384" y="326440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Tendencias temporales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(turno / día / semana / mes)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05456" y="390448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05456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61488" y="390448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Automático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08576" y="3154680"/>
            <a:ext cx="2029968" cy="1627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08576" y="3154680"/>
            <a:ext cx="20299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5248656" y="326440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Alertas de valores fuera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de rango normativo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81728" y="390448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37760" y="390448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Automático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84848" y="3154680"/>
            <a:ext cx="2029968" cy="1627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784848" y="3154680"/>
            <a:ext cx="20299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7424928" y="326440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Informes en PDF con análisis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descriptivo y comparativo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58000" y="390448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0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14032" y="390448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Automático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Beneficios por perfil de usuario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Para el operario y para la jefatura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👷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87552" y="1024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Perfil Operario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2336" y="166420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" y="163677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Formularios rápidos desde celular o tablet en el turno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" y="207568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075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" y="204825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Cálculos automáticos: deltas, kg, $/m³ al instante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" y="248716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" y="245973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Resumen de balance al cerrar el turno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" y="289864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" y="287121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Alertas si un valor está fuera de rango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2336" y="331012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" y="328269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Campo de observaciones para registrar novedades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2336" y="372160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721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" y="369417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Sin papel, sin copiar datos después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👔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68112" y="1024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Encargados y Jefatura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82896" y="16642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57216" y="163677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Dashboard KPI actualizado en tiempo real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82896" y="20756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075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57216" y="204825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Gráficos interactivos sin abrir Excel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82896" y="2487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57216" y="245973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Balance hídrico, calidad y costos en un clic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82896" y="28986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57216" y="287121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Histórico consultable por cualquier período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82896" y="33101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57216" y="328269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Informes PDF generados automáticamente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82896" y="37216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3721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57216" y="3694176"/>
            <a:ext cx="3602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</a:rPr>
              <a:t>Trazabilidad completa por turno y operario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Más que digitalizar: potenciar lo que ya teníamos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El valor real del proyecto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02C"/>
                </a:solidFill>
              </a:rPr>
              <a:t>Toda la metodología, los cálculos y las estructuras de balance ya existían en PTAR.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202C"/>
                </a:solidFill>
              </a:rPr>
              <a:t>Lo que hace la app es concentrar ese conocimiento en un solo lugar y ponerlo a trabajar de forma eficiente.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45920"/>
            <a:ext cx="2029968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755648"/>
            <a:ext cx="502920" cy="50292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7647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</a:rPr>
              <a:t>Un solo lugar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" y="2340864"/>
            <a:ext cx="1810512" cy="0"/>
          </a:xfrm>
          <a:prstGeom prst="line">
            <a:avLst/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450592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4231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Cuatro módulos en una plataforma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2926080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8986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Sin carpetas ni versiones duplicadas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" y="3401568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741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Acceso desde cualquier dispositivo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0592" y="1645920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50592" y="1645920"/>
            <a:ext cx="20299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3744" y="17556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3744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090672" y="17647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</a:rPr>
              <a:t>Tiempo recuperado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560320" y="2340864"/>
            <a:ext cx="181051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8608" y="24505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24231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Hasta 28 horas/mes por balances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78608" y="29260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98064" y="28986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Registro de turno 3× más rápido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78608" y="340156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98064" y="33741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Informes generados en segundos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26864" y="1645920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1645920"/>
            <a:ext cx="2029968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0016" y="17556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66944" y="17647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Mejor decisiones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36592" y="2340864"/>
            <a:ext cx="1810512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450592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24231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Datos validados en el momento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92608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4336" y="28986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Tendencias y alertas automáticas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401568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33741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Histórico siempre disponible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03136" y="1645920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03136" y="1645920"/>
            <a:ext cx="20299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76288" y="17556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6288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443216" y="17647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Escalable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912864" y="2340864"/>
            <a:ext cx="181051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31152" y="24505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24231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Lista para crecer con la operación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31152" y="29260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0608" y="28986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Base de datos estructurada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31152" y="34015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33741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Fácil de mantener y expandir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D4ED8"/>
                </a:solidFill>
              </a:rPr>
              <a:t>El equipo PTAR llevaba años construyendo este conocimiento. La app lo hace accesible, trazable y eficiente.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Estado y próximos pasos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Hoja de ruta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3977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Completado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46888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" y="166420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6367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App desplegada en producción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" y="213969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1122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Base de datos configurada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" y="261518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5877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Sistema de roles y autenticación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" y="309067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063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Dashboards KPI y Calidad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" y="35661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Diagrama interactivo de la planta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914400"/>
            <a:ext cx="2743200" cy="3977640"/>
          </a:xfrm>
          <a:prstGeom prst="rect">
            <a:avLst/>
          </a:prstGeom>
          <a:solidFill>
            <a:srgbClr val="0A25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En curso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(jun 2–5)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1554480"/>
            <a:ext cx="24688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6704" y="166420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16367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Módulos RO y PTAP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46704" y="213969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21122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Condiciones de Operación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46704" y="261518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25877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Validación conexión BD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704" y="309067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063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Estructura final de informes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46704" y="35661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Migración gráficas Excel → App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914400"/>
            <a:ext cx="2743200" cy="3977640"/>
          </a:xfrm>
          <a:prstGeom prst="rect">
            <a:avLst/>
          </a:prstGeom>
          <a:solidFill>
            <a:srgbClr val="0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91440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Meta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9 de junio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1554480"/>
            <a:ext cx="24688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27064" y="166420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3096" y="16367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Inicio período de pruebas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27064" y="2139696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3096" y="21122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Validación de resultados reales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27064" y="2615184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3096" y="25877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Ajustes con el equipo operativo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7064" y="309067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83096" y="3063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Capacitación de usuarios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27064" y="356616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096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Retiro progresivo de Excel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Meta global: plataforma 100% operativa para el segundo semestre 2026  ·  PERMODA LTDA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PTAR — Antes vs Ahora</dc:title>
  <dc:subject>PptxGenJS Presentation</dc:subject>
  <dc:creator>PptxGenJS</dc:creator>
  <cp:lastModifiedBy>PptxGenJS</cp:lastModifiedBy>
  <cp:revision>1</cp:revision>
  <dcterms:created xsi:type="dcterms:W3CDTF">2026-07-30T18:21:21Z</dcterms:created>
  <dcterms:modified xsi:type="dcterms:W3CDTF">2026-07-30T18:21:21Z</dcterms:modified>
</cp:coreProperties>
</file>