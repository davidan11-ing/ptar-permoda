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457200"/>
            <a:ext cx="1828800" cy="18288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3566160"/>
            <a:ext cx="822960" cy="8229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2286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PROPUESTA DE VALOR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App PTAR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</a:rPr>
              <a:t>Del Excel disperso a una plataforma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2C39A"/>
                </a:solidFill>
              </a:rPr>
              <a:t>unificada de gestión operativa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02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PERMODA LTDA  ·  Área de Sostenibilidad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Planta de Tratamiento de Aguas Residuales — PTAR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¿Cuánto tiempo consumía la gestión de datos?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El costo real — 4 balances activos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02C"/>
                </a:solidFill>
              </a:rPr>
              <a:t>Antes de la app, el equipo gestionaba 4 balances simultáneos (Hídrico, Calidad, Consumo Químico y Condiciones de Operación) de forma manual en Excel. Este era el tiempo invertido cada mes: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274320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Balance diario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(actualización)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8833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hrs × 4 balances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× 22 días hábiles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2286000" cy="12801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649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176 hrs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al 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72968" y="1444752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444752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82696" y="21031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Balance mensual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(consolidado)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1568" y="263347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268833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6–8 hrs × 4 balances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cierre de 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1568" y="3337560"/>
            <a:ext cx="228600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3649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24–32 hrs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01568" y="41148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al 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1444752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144475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81344" y="21031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Revisión y corrección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de errores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0216" y="263347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268833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~4 hrs adicionales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por revisión manual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0216" y="3337560"/>
            <a:ext cx="228600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3649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+4 hrs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300216" y="41148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por incidente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85953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</a:rPr>
              <a:t>Total estimado: +200 horas mensuales en gestión manual de datos  —  solo para mantener los balances al día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Antes vs Ahora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Transformación por proceso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2103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822960"/>
            <a:ext cx="2971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822960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Antes — Excel manual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822960"/>
            <a:ext cx="331012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82296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Ahora — App PTAR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225296"/>
            <a:ext cx="21031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225296"/>
            <a:ext cx="2971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225296"/>
            <a:ext cx="331012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225296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</a:rPr>
              <a:t>Actualización diaria de balances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8608" y="122529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 hrs/día × 4 balances = 8 hrs diarias de trabajo manual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0" y="122529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Automático al registrar los datos. Cero horas adicionales.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865376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7168" y="1865376"/>
            <a:ext cx="2971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865376"/>
            <a:ext cx="3310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865376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</a:rPr>
              <a:t>Balance mensual consolidado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78608" y="186537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6–8 hrs por balance × 4 = hasta 32 hrs para cerrar el mes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186537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~1 hora. La app cruza y consolida los datos registrados.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505456"/>
            <a:ext cx="21031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505456"/>
            <a:ext cx="2971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505456"/>
            <a:ext cx="331012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505456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</a:rPr>
              <a:t>Detección de errores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78608" y="250545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4+ hrs de revisión fila por fila. Errores detectados días después.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0" y="250545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Alertas automáticas en el momento del registro. Sin revisión manual.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145536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87168" y="3145536"/>
            <a:ext cx="2971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145536"/>
            <a:ext cx="3310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145536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</a:rPr>
              <a:t>Registro de turno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78608" y="314553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Papel o Excel sin validación. Digitalización posterior (doble trabajo).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69280" y="314553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Formulario digital con cálculos al instante: kg, $/m³, delta contadores.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785616"/>
            <a:ext cx="21031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7168" y="3785616"/>
            <a:ext cx="2971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3785616"/>
            <a:ext cx="331012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785616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</a:rPr>
              <a:t>Compartir informes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78608" y="378561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Exportar archivo, adjuntar, riesgo de versiones duplicadas.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69280" y="378561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PDF generado automáticamente. Siempre la versión más reciente.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4425696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87168" y="4425696"/>
            <a:ext cx="2971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4425696"/>
            <a:ext cx="331012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425696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02C"/>
                </a:solidFill>
              </a:rPr>
              <a:t>Acceso a históricos y tendencias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78608" y="442569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Abrir archivos del mes anterior, copiar datos, hacer gráficas manualmente.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69280" y="442569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02C"/>
                </a:solidFill>
              </a:rPr>
              <a:t>Dashboard interactivo: filtrar por período, turno o parámetro en segundos.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 que la app hace automáticamente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Sin trabajo manual adicional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120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51206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1440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Calculado y generado de forma automática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Delta de contadores y consumo por fuente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9864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82696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Costo $/m³ por turno (GEM, RO y PTAP)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⚗️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8096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Kg de químico consumidos por reactivo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98648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82696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Eficiencia de remoción por etapa del tren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" y="2926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Balance hídrico: fuentes y áreas de consumo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98648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82696" y="2926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Gráficos de tendencia (turno/día/semana/mes)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Alertas de valores fuera de rango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98648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82696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Informes PDF con análisis descriptivo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868680"/>
            <a:ext cx="329184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77840" y="914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+200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557784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horas/mes recuperadas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Solo en gestión de los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 balances activos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017520"/>
            <a:ext cx="3291840" cy="20116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3017520"/>
            <a:ext cx="54864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309067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Lo importante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87568" y="3456432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Todo el conocimiento técnico, los cálculos y las estructuras de balance ya existían en PTAR.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</a:rPr>
              <a:t>La app no inventa nueva metodología: la digitaliza, la centraliza y la pone a generar resultados de forma eficiente.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Estado del proyecto y próximos pasos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949440" y="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Meta: 9 de junio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4023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</a:rPr>
              <a:t>Completado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246888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" y="162763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600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App desplegada en producción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" y="21031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075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Base de datos operativa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" y="25786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5511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Roles y autenticación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" y="305409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026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Dashboard KPI y Calidad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" y="35295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5021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Registro contadores y reactivos GEM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" y="400507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977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Diagrama SVG interactivo de la planta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914400"/>
            <a:ext cx="2743200" cy="4023360"/>
          </a:xfrm>
          <a:prstGeom prst="rect">
            <a:avLst/>
          </a:prstGeom>
          <a:solidFill>
            <a:srgbClr val="0A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En curso (semana 23)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37560" y="1517904"/>
            <a:ext cx="24688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46704" y="16276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1600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Módulos Reactivos RO y PTAP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46704" y="21031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2075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Condiciones de Operación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46704" y="257860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25511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Validación conexión BD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46704" y="30540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026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Migración gráficas Excel → App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46704" y="352958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5021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Estructura final de informes PDF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914400"/>
            <a:ext cx="2743200" cy="4023360"/>
          </a:xfrm>
          <a:prstGeom prst="rect">
            <a:avLst/>
          </a:prstGeom>
          <a:solidFill>
            <a:srgbClr val="0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91440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Meta — 9 de junio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1517904"/>
            <a:ext cx="24688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27064" y="162763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096" y="1600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Inicio período de pruebas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27064" y="210312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2075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Validación de resultados reales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27064" y="257860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83096" y="25511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Ajustes con equipo operativo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27064" y="3054096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026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Capacitación de usuarios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27064" y="3529584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3096" y="35021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Retiro progresivo de Excel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 global: plataforma 100% operativa para el segundo semestre 2026  ·  PERMODA LTDA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PTAR — Propuesta de Valor</dc:title>
  <dc:subject>PptxGenJS Presentation</dc:subject>
  <dc:creator>PptxGenJS</dc:creator>
  <cp:lastModifiedBy>PptxGenJS</cp:lastModifiedBy>
  <cp:revision>1</cp:revision>
  <dcterms:created xsi:type="dcterms:W3CDTF">2026-07-30T18:25:05Z</dcterms:created>
  <dcterms:modified xsi:type="dcterms:W3CDTF">2026-07-30T18:25:05Z</dcterms:modified>
</cp:coreProperties>
</file>