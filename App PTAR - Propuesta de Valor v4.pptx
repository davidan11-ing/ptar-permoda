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8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74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30936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675120" y="457200"/>
            <a:ext cx="1828800" cy="1828800"/>
          </a:xfrm>
          <a:prstGeom prst="ellipse">
            <a:avLst/>
          </a:prstGeom>
          <a:solidFill>
            <a:srgbClr val="0D9488">
              <a:alpha val="16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223760" y="3566160"/>
            <a:ext cx="822960" cy="82296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</a:rPr>
              <a:t>App PTAR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36576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PERMODA LTDA  ·   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9867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PTAR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Así se veía la gestión antes de la app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</a:rPr>
              <a:t>El equipo gestionaba 4 balances simultáneos — Hídrico, Calidad, Consumo Químico y Condiciones de Operación — de forma manual en Excel. Un balance por día, cada día: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743200" cy="2743200"/>
          </a:xfrm>
          <a:prstGeom prst="rect">
            <a:avLst/>
          </a:prstGeom>
          <a:solidFill>
            <a:srgbClr val="0A2540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743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84048" y="14173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Actualización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diaria de balances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99339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~2 hrs/día × 22 días hábiles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(un balance distinto cada día)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450592"/>
            <a:ext cx="24688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252374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</a:rPr>
              <a:t>~44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365760" y="3456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hrs / 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1325880"/>
            <a:ext cx="2743200" cy="2743200"/>
          </a:xfrm>
          <a:prstGeom prst="rect">
            <a:avLst/>
          </a:prstGeom>
          <a:solidFill>
            <a:srgbClr val="0A2540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172968" y="132588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282696" y="14173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Balance mensual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consolidado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82696" y="199339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6–8 hrs × 4 balances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cada cierre de mes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10128" y="2450592"/>
            <a:ext cx="246888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264408" y="252374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</a:rPr>
              <a:t>~28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3264408" y="3456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hrs / mes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71616" y="1325880"/>
            <a:ext cx="2743200" cy="2743200"/>
          </a:xfrm>
          <a:prstGeom prst="rect">
            <a:avLst/>
          </a:prstGeom>
          <a:solidFill>
            <a:srgbClr val="0A2540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6071616" y="132588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181344" y="14173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Revisión de errores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(semanal)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81344" y="199339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~4 hrs cada semana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sin alertas automáticas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08776" y="2450592"/>
            <a:ext cx="24688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163056" y="252374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</a:rPr>
              <a:t>~16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6163056" y="3456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hrs / mes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133088"/>
            <a:ext cx="91440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274320" y="413308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~88 horas / mes en gestión manual  —  solo para mantener los 4 balances al día  (44 actualización diaria + 28 mensual + 16 revisión errores)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526280"/>
            <a:ext cx="9144000" cy="612648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274320" y="45262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</a:rPr>
              <a:t>Y además: cada dato recorría 6 pasos antes de convertirse en un resultado visible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13816" y="4800600"/>
            <a:ext cx="1115568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813816" y="480060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Medición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929384" y="48006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77"/>
                </a:solidFill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93976" y="4800600"/>
            <a:ext cx="1115568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2093976" y="480060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Tablero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209544" y="48006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77"/>
                </a:solidFill>
              </a:rPr>
              <a:t>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74136" y="4800600"/>
            <a:ext cx="111556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3374136" y="480060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Foto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489704" y="48006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77"/>
                </a:solidFill>
              </a:rPr>
              <a:t>▶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54296" y="4800600"/>
            <a:ext cx="1115568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4654296" y="480060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Transcribir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 Excel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769864" y="48006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77"/>
                </a:solidFill>
              </a:rPr>
              <a:t>▶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34456" y="4800600"/>
            <a:ext cx="1115568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5934456" y="480060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Excel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Dashboard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050024" y="48006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77"/>
                </a:solidFill>
              </a:rPr>
              <a:t>▶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14616" y="4800600"/>
            <a:ext cx="1115568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7214616" y="480060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Excel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Visualización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Con la app: resultados automáticos, tiempo recuperado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56032" y="868680"/>
            <a:ext cx="5303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377440" y="950976"/>
            <a:ext cx="1645920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377440" y="9509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Antes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78224" y="950976"/>
            <a:ext cx="141732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078224" y="95097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 la App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335024"/>
            <a:ext cx="2084832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340864" y="1335024"/>
            <a:ext cx="1700784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041648" y="1335024"/>
            <a:ext cx="1481328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47472" y="133502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</a:rPr>
              <a:t>Balance diario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32304" y="1335024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E123C"/>
                </a:solidFill>
              </a:rPr>
              <a:t>~2 hrs/día (un balance rotando)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33088" y="133502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Automático al registrar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1810512"/>
            <a:ext cx="20848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2340864" y="1810512"/>
            <a:ext cx="1700784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041648" y="1810512"/>
            <a:ext cx="1481328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47472" y="181051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</a:rPr>
              <a:t>Balance mensual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32304" y="1810512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E123C"/>
                </a:solidFill>
              </a:rPr>
              <a:t>~28 hrs (6–8 hrs × 4 balances)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33088" y="181051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~1 hora total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286000"/>
            <a:ext cx="2084832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2340864" y="2286000"/>
            <a:ext cx="1700784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041648" y="2286000"/>
            <a:ext cx="1481328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47472" y="228600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</a:rPr>
              <a:t>Revisión de errores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32304" y="2286000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E123C"/>
                </a:solidFill>
              </a:rPr>
              <a:t>~4 hrs cada semana (manual)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33088" y="228600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Alerta automática al registrar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2761488"/>
            <a:ext cx="20848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2340864" y="2761488"/>
            <a:ext cx="1700784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041648" y="2761488"/>
            <a:ext cx="1481328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47472" y="276148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</a:rPr>
              <a:t>Registro de turno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432304" y="276148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E123C"/>
                </a:solidFill>
              </a:rPr>
              <a:t>Papel + digitalización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33088" y="276148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App + cálculo al instante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236976"/>
            <a:ext cx="2084832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2340864" y="3236976"/>
            <a:ext cx="1700784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4041648" y="3236976"/>
            <a:ext cx="1481328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347472" y="323697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</a:rPr>
              <a:t>Compartir informes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432304" y="323697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E123C"/>
                </a:solidFill>
              </a:rPr>
              <a:t>Archivo adjunto manual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33088" y="3236976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PDF automático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3712464"/>
            <a:ext cx="20848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2340864" y="3712464"/>
            <a:ext cx="1700784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>
            <a:off x="4041648" y="3712464"/>
            <a:ext cx="1481328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347472" y="371246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</a:rPr>
              <a:t>Ver históricos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432304" y="3712464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E123C"/>
                </a:solidFill>
              </a:rPr>
              <a:t>Abrir archivos mes a mes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33088" y="371246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Filtro en segundos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06440" y="868680"/>
            <a:ext cx="310896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5806440" y="896112"/>
            <a:ext cx="3108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2C39A"/>
                </a:solidFill>
              </a:rPr>
              <a:t>~88</a:t>
            </a:r>
            <a:endParaRPr lang="en-US" sz="7200" dirty="0"/>
          </a:p>
        </p:txBody>
      </p:sp>
      <p:sp>
        <p:nvSpPr>
          <p:cNvPr id="49" name="Text 47"/>
          <p:cNvSpPr/>
          <p:nvPr/>
        </p:nvSpPr>
        <p:spPr>
          <a:xfrm>
            <a:off x="5806440" y="2011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horas / mes recuperadas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80644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en los 4 balances activos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06440" y="2834640"/>
            <a:ext cx="3108960" cy="2148840"/>
          </a:xfrm>
          <a:prstGeom prst="rect">
            <a:avLst/>
          </a:prstGeom>
          <a:solidFill>
            <a:srgbClr val="0A2540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>
            <a:off x="5806440" y="2834640"/>
            <a:ext cx="31089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5916168" y="2889504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Del dato al criterio — sin demora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870448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🔎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217920" y="3328416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Ver el proceso al instante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sin consolidar archivos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40664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754112" y="3328416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Identificar desvíos y actuar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en el mismo turno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870448" y="4105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217920" y="4105656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Lógica del proceso más clara: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gráficas + tendencias disponibles siempre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406640" y="4105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754112" y="4105656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El técnico interpreta;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la app ya hizo los cálculos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317</Words>
  <Application>Microsoft Office PowerPoint</Application>
  <PresentationFormat>Presentación en pantalla (16:9)</PresentationFormat>
  <Paragraphs>79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Luna Sofia Osorio Parra</cp:lastModifiedBy>
  <cp:revision>2</cp:revision>
  <dcterms:created xsi:type="dcterms:W3CDTF">2026-07-30T18:40:15Z</dcterms:created>
  <dcterms:modified xsi:type="dcterms:W3CDTF">2026-07-30T20:45:59Z</dcterms:modified>
</cp:coreProperties>
</file>